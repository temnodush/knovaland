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5400" b="1">
                <a:solidFill>
                  <a:srgbClr val="A5B4FC"/>
                </a:solidFill>
                <a:latin typeface="Segoe UI"/>
              </a:rPr>
              <a:t>🐍 KnovaLand</a:t>
            </a:r>
          </a:p>
          <a:p>
            <a:pPr>
              <a:spcAft>
                <a:spcPts val="1800"/>
              </a:spcAft>
            </a:pPr>
            <a:r>
              <a:rPr sz="2600" b="0">
                <a:solidFill>
                  <a:srgbClr val="E2E8F0"/>
                </a:solidFill>
                <a:latin typeface="Segoe UI"/>
              </a:rPr>
              <a:t>Платформа самообучения с геймификацией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ФИО, группа · Дипломный проект · 2026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0ABFC"/>
                </a:solidFill>
                <a:latin typeface="Segoe UI"/>
              </a:rPr>
              <a:t>Django · DRF · PostgreSQL · JWT · Swagger ·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A5B4FC"/>
                </a:solidFill>
                <a:latin typeface="Segoe UI"/>
              </a:rPr>
              <a:t>Проблема →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По ТЗ нужно: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Авторизация и аутентификация (JWT)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Управление контентом (admin + REST API)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Тестирование знаний (проверка отдельным запросом)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Роли и права (admin / teacher / student)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Что добавил от себя: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0ABFC"/>
                </a:solidFill>
                <a:latin typeface="Segoe UI"/>
              </a:rPr>
              <a:t>Обучение как игра — опыт, уровни, достижения, навыки, постепенное открытие и тренажёр.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A5B4FC"/>
                </a:solidFill>
                <a:latin typeface="Segoe UI"/>
              </a:rPr>
              <a:t>Что реализовано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4 курса: Python · JavaScript · C# · Java — 28 уроков, 12 навыков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3 роли: администратор · преподаватель · студент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Геймификация: опыт, уровни (общий и по курсу), достижения, рейтинг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Тренажёр с двумя типами вопросов: выбор и ручной ввод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«Мои скиллы» в профиле + полный список знаний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Постепенное открытие уроков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A5B4FC"/>
                </a:solidFill>
                <a:latin typeface="Segoe UI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Модульный монолит на Django — единое ядро REST API + геймифицированный UI.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users — роли, JWT, регистрация, подтверждение email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courses — курсы → разделы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materials — уроки (материалы)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testing — тесты, вопросы, проверка ответов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gamification — опыт, уровни, навыки, покупки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web — UI на Django Templates + HTMX + Tailwind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Клиент → Django/DRF → 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A5B4FC"/>
                </a:solidFill>
                <a:latin typeface="Segoe UI"/>
              </a:rPr>
              <a:t>Стек и почему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Django 5 + DRF — требование ТЗ, готовая админка и ORM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PostgreSQL — требование ТЗ, надёжное хранение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SimpleJWT — защита API токенами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drf-spectacular — автогенерируемый Swagger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django-filter — фильтрация и поиск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Docker / docker-compose — воспроизводимый запуск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UI: Django Templates + HTMX + Tailwind (без отдельного SPA)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A5B4FC"/>
                </a:solidFill>
                <a:latin typeface="Segoe UI"/>
              </a:rPr>
              <a:t>Демонстрация — путь студента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Главная → витрина из 4 курсов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Регистрация → письмо-подтверждение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Вход → запись на курс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Уроки открываются постепенно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Тренажёр: вопрос с выбором + ручным вводом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Результат → опыт, новый навык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Профиль → «Мои скиллы»   ·   Рейтинг игроков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A5B4FC"/>
                </a:solidFill>
                <a:latin typeface="Segoe UI"/>
              </a:rPr>
              <a:t>Проверка знаний — отдельным запросом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POST /api/tests/{id}/submit/   (Authorization: Bearer &lt;access&gt;)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{ "answers": [ {"question": 1, "choices": [3]}, {"question": 2, "text": "print"} ] }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{ "score": 2, "total": 2, "percentage": 100.0, "is_passed": true }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Правильные ответы НИКОГДА не отдаются студенту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Два типа вопросов: выбор и ручной ввод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Расчёт баллов — на сервере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A5B4FC"/>
                </a:solidFill>
                <a:latin typeface="Segoe UI"/>
              </a:rPr>
              <a:t>Роли и права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Admin — полный доступ, управление пользователями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Teacher — CRUD только своих курсов, уроков и тестов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Student — просмотр материалов и прохождение тестов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Реализация: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Кастомные DRF-пермишены + поле роли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Покрыто автоматическими тестами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A5B4FC"/>
                </a:solidFill>
                <a:latin typeface="Segoe UI"/>
              </a:rPr>
              <a:t>Результаты тестирования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95 тестов · 92% покрытия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Выше требуемых по ТЗ 75%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Покрыты: авторизация, права, CRUD, проверка тестов, геймификация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Соответствие PEP8 — flake8 = 0 нарушений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Проверено и на SQLite, и на PostgreSQL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A5B4FC"/>
                </a:solidFill>
                <a:latin typeface="Segoe UI"/>
              </a:rPr>
              <a:t>Бизнес-ценность (STAR)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S/T: ручная проверка тестов и низкая мотивация студентов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A: автопроверка + геймификация + монетизация курсов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R — цифры (модель на допущениях):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Автопроверка: −150 часов за поток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Экономия: ≈ 120 000 ₽ за поток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Вовлечённость: +50…60% completion rate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Монетизация: до 50 000 ₽/мес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A5B4FC"/>
                </a:solidFill>
                <a:latin typeface="Segoe UI"/>
              </a:rPr>
              <a:t>Итоги и развитие · Спасибо!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Готово: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Все требования ТЗ закрыты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95 тестов, 92% покрытия, PEP8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Код в удалённом Git-репозитории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Docker-развёртывание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Дальше: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Аналитика для преподавателя · реальные платёжные шлюзы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Мобильное приложение и интеграции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